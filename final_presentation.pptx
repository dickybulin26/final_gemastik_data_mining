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GEMASTIK — Penambangan Data (Pengodean Langsung)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Sentimen yang Efisien Biaya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Pembelajaran Semi-Terawasi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Pemanfaatan 10.633 ulasan tanpa label untuk melengkapi 300 data berlabel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1380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675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 — Pekerjaan Layak &amp; Pertumbuhan Ekonomi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 manual membutuhkan biaya tinggi; anggaran yang tersedia hanya mencakup 300 ulasan.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semi-terawasi memberikan nilai tambah pada 10.633 ulasan tanpa label tanpa menambah biaya anotasi.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Upaya anotasi difokuskan pada sampel yang paling informatif melalui Pembelajaran Aktif.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35661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994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5080" y="3675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— Industri, Inovasi &amp; Infrastruktur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4206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AI yang ringan dan adaptif (TF-IDF dan model linier) tidak memerlukan GPU, dengan waktu inferensi di bawah 1 detik, sehingga layak diterapkan pada infrastruktur produksi.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eksperimen dapat direproduksi dalam satu notebook.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negatif turut dilaporkan secara transparan sebagai bentuk integritas ilmiah.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EKSPLORASI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Ketimpangan Kelas yang Ekstrem dan Kesenjangan Kosa Kata (OOV) sebesar 70,49%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3716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lipatan latih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2044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kelas sangat timpang: 58% positif berbanding 10% netral.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kurang representatif sebagai metrik (prediksi kelas mayoritas saja menghasilkan akurasi 58%).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digunakan karena memberi bobot yang setara bagi setiap kelas.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pendekatan semi-terawasi: bias konfirmasi yang mengabaikan kelas netral.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0" y="1600200"/>
            <a:ext cx="5074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B83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766560" y="17099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Kedua: Kesenjangan Kosa Kata (OOV)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24028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Sebesar 70,49% jenis kata pada data uji tidak terdapat dalam 300 data latih.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tambahan 10.633 data tanpa label, tingkat OOV turun menjadi 18,15%.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terawasi murni tidak mengenali 7 dari 10 kata pada data uji.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ini menjadi bukti empiris atas nilai data tanpa label.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0" y="4343400"/>
            <a:ext cx="5074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0F30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66560" y="44531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Teks (ketiga kumpulan data)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498348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Lintas domain: kuliner, transportasi, dan politik/pemilihan presiden.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bahasa tidak baku dan singkatan: bgt, ga, gak, sy, yg, nya, banget.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 rata-rata ±33 kata pada data berlabel, tanpa label, dan uji.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Semi-Terawasi dan Mitigasi Bias Konfirmasi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1380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— Representasi Fitur Transduktif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2004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gabungan: n-gram kata (1,2) dan n-gram karakter (3,5).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kata menangkap frasa sentimen majemuk (misalnya "tidak enak", "sangat bagus").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karakter menangkap subkata pada bahasa tidak baku dan kesalahan ketik (bgt / banget / gak).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Kosakata dibangun dari data latih dan data tanpa label (±110 ribu fitur) tanpa menggunakan label maupun lipatan validasi, sehingga bebas kebocoran data. Data uji tidak digunakan.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0F30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056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 — Model Pengajar dan Pengklasifikasi Terkalibrasi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03120"/>
            <a:ext cx="32004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pengajar (pembangkit label semu) menggunakan LinearSVC Terkalibrasi dengan penskalaan Platt, sehingga ambang keyakinan τ memiliki makna probabilistik.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Ansambel pemilihan lunak (soft voting) menekan probabilitas (maksimum ±0,70), sehingga ambang tinggi tidak meloloskan satu sampel pun; hal ini terbukti pada pengujian.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Ringan dan efisien: tidak memerlukan GPU dan bebas risiko kehabisan memori.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611880" cy="5029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875">
            <a:solidFill>
              <a:srgbClr val="C994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 — Pelabelan Semu Berimbang Kelas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103120"/>
            <a:ext cx="32461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Kuota Top-K per kelas menggantikan ambang global untuk mencegah dominasi satu kelas.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keyakinan minimum τ ditetapkan berdasarkan sebaran empiris.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sampel semu ditetapkan rendah (0,1) agar data berlabel asli tetap dominan.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hanya 200 label semu (1,9%) yang lolos seleksi ketat, sehingga tidak mendominasi data asli.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DAN KETERBATASAN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Macro-F1 (Validasi Silang Berstrata 5 Lipatan) dan Diagnostik Label Semu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286000"/>
                <a:gridCol w="1371600"/>
                <a:gridCol w="3063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Pendekatan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 (rata-rata ± simpangan baku)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terhadap dasar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dasar (prediksi kelas mayoritas)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0,2456 ± 0,0000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Menunjukkan akurasi kurang representatif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Terawasi saja (TF-IDF, 9 ribu fitur)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300 data berlabel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transduktif (110 ribu fitur)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+0,0290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 kosakata saja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 mandiri naif (top-20% global)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-0,0188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Terbukti menimbulkan bias konfirmasi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Pelabelan semu berimbang kelas (CB-PL) final (τ=0,85, K=100, w=0,1)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5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Unggul pada 5 dari 5 lipatan (p=0,022)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final: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pengajar dan pengklasifikasi menggunakan LinearSVC Terkalibrasi (τ=0,85; K=100 per kelas; bobot w=0,1). Label semu yang digunakan hanya 200 dari 10.633 data (1,9%), melalui seleksi ketat.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1380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45445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 Label Semu (Audit Kuantitatif)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0749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label semu terpilih: 200 per lipatan (≈1,88% dari 10.633).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kelas: positif 50,0%, negatif 50,0%, netral 0,0%.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global (naif) menghasilkan label semu dengan proporsi positif &gt;90%.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disertai kuota Top-K per kelas menyaring label semu berisiko tinggi.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44348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B83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55080" y="45445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Penelitian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50749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antarpendekatan sulit dibuktikan signifikan secara statistik karena hanya tersedia 300 label.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Hiperparameter dipilih pada validasi silang yang sama sehingga estimasi berpotensi terlalu optimistis.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sarkastik dan politik yang ambigu masih rentan terklasifikasi keliru.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netral sulit diberi label semu karena keyakinan model yang rendah.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BISNIS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Alokasi Anggaran untuk 300 Label Tambahan (Pembelajaran Aktif)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0F30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Implementasi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2004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semi-terawasi hibrida ini direkomendasikan sebagai penyaring opini otomatis untuk volume 10 ribu ulasan atau lebih.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bisnis: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per ulasan yang dianalisis menurun signifikan tanpa penambahan tim anotasi (SDG 8), serta cakupan leksikal industri semakin luas (SDG 9).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1380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056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untuk 300 Label Tambahan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03120"/>
            <a:ext cx="32004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Pengambilan sampel berdasarkan ketidakpastian (margin):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ulasan dengan probabilitas paling ambigu antarkelas.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Penguatan kelas minoritas: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ulasan netral (saat ini hanya 31 sampel).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Pengambilan sampel beragam: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klasterisasi K-Means pada ruang TF-IDF untuk menjangkau topik baru.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611880" cy="50292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875">
            <a:solidFill>
              <a:srgbClr val="C994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1572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Juri dan Jawaban Kunci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103120"/>
            <a:ext cx="32461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Macro-F1?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tidak representatif pada data dengan 58% kelas positif.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risiko pendekatan semi-terawasi?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konfirmasi. Risiko ini dibuktikan melalui eksperimen naif (slide 4), lalu dimitigasi dengan kuota per kelas, bobot 0,1, dan audit validasi silang.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Pembelajaran Aktif untuk 300 label tambahan?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ini lebih efisien daripada pengambilan sampel acak (lihat slide sebelumnya).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2026-10-14T17:29:38Z</dcterms:created>
  <dcterms:modified xsi:type="dcterms:W3CDTF">2026-10-14T17:29:38Z</dcterms:modified>
</cp:coreProperties>
</file>